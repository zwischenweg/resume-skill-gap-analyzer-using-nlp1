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PROBLEM-BASED LEARNING (PBL) FINAL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Resume Skill Gap Analyzer using NLP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65760" bIns="365760"/>
          <a:lstStyle/>
          <a:p>
            <a:pPr algn="ctr"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Domain: Natural Language Processing &amp; Academic Data Science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Core Goal: Deterministic, transparent evaluation of resume-to-job fit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Key Innovation: Dual-engine separation of lexical similarity (TF-IDF) &amp; explicit skill gap analysis (Set Math)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Technology Stack: Python 3.14, Streamlit, NLTK, Scikit-learn, PyMuPDF, python-docx, pytest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BACKGROUND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Problem Statement &amp; 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65760" bIns="365760"/>
          <a:lstStyle/>
          <a:p>
            <a:pPr algn="ctr"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Problem: Job applicants face opaque ATS systems and struggle to identify concrete missing technical skills.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Manual review is time-consuming and prone to human inconsistency.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Objective 1: Extract clean text from standard formats (.pdf and .docx).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Objective 2: Preprocess text while strictly preserving technical punctuation (C++, Node.js, .NET).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Objective 3: Extract canonical technical skills using an alias-aware dictionary and regex boundaries.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Objective 4: Provide mathematical transparency: TF-IDF Cosine Similarity + Exact Set Difference.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System Architecture &amp; Processing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65760" bIns="365760"/>
          <a:lstStyle/>
          <a:p>
            <a:pPr algn="ctr"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Layer 1: Document Extraction (PyMuPDF &amp; python-docx handle text and table data; rejects image-only scans).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Layer 2: NLP Preprocessing (Lowercasing, selective punctuation stripping, NLTK stop-word filtering).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Layer 3: Skill Extraction Engine (30 canonical skills, alias normalization, overlap resolution, case-sensitive C &amp; R).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Layer 4: Mathematical Matching Engine (Scikit-learn TF-IDF vectorizer + Cosine Similarity).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Layer 5: Set Gap Logic (Matched: J ∩ R, Missing: J \ R, Additional: R \ J, Skill Coverage: |Matched| / |Job| * 100).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Layer 6: Interactive Dashboard (Streamlit UI with metric cards, skill tag breakdowns, and bar charts).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CORE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NLP Preprocessing &amp; Technical Term Preservation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65760" bIns="365760"/>
          <a:lstStyle/>
          <a:p>
            <a:pPr algn="ctr"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Standard tokenizers destroy symbols (+, #, ., -), corrupting C++ into C, or .NET into net.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Selective Removal: Replaces sentence punctuation (, ; : ! ?) while preserving embedded dots and trailing symbols.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Cleaned Text: Normalized whitespace, lowercased, and punctuation-handled.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Stop-Word Removal: Standard English stop words (the, is, at) filtered using NLTK corpus.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Dual-Stream Output: Produces both tokens (for regex phrase matching) and filtered_tokens (for TF-IDF vectorization).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ALGORITHM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Skill Extraction: Curated Vocabulary &amp; Span Matching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65760" bIns="365760"/>
          <a:lstStyle/>
          <a:p>
            <a:pPr algn="ctr"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Deterministic vs. Black-Box: Avoids opaque deep learning models in favor of a curated, explainable skill dictionary.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Alias Normalization: Maps aliases (e.g. "js", "ecmascript" -&gt; JavaScript; "cpp" -&gt; C++; "sklearn" -&gt; scikit-learn).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Word Boundary Protection: Negative lookaheads (?&lt;!\w)...(?!\w) prevent false substring triggers.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Ambiguity Resolution: Single-letter skills like "C" and "R" are matched case-sensitively on original text to avoid false positives (e.g. error rate).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Longest-Span Overlap Filtering: Longer skill matches subsume sub-matches (e.g., React.js cleanly overrides React).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MATHEMATICAL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Matching Mathematics: Lexical vs. Skill Set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65760" bIns="365760"/>
          <a:lstStyle/>
          <a:p>
            <a:pPr algn="ctr"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Two distinct, non-conflicting metrics give complete applicant transparency: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1. Overall Match Score (Lexical Similarity):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   - TF-IDF converts document filtered tokens into term-weight vectors.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   - Cosine Similarity: cos(θ) = (A · B) / (||A|| ||B||) * 100.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   - Measures broad domain vocabulary overlap.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2. Skill Coverage (Set Mathematics):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   - Coverage % = (|Matched Skills| / |Job Skills|) * 100.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   - Missing Skills = Job Skills \ Resume Skills (exact missing requirements).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   - Handles zero denominator edge case safely (returns 0.0% if no skills requested).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QUALITY ASSURANCE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Comprehensive Testing &amp;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65760" bIns="365760"/>
          <a:lstStyle/>
          <a:p>
            <a:pPr algn="ctr"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Automated Suite: 64 automated regression tests running under pytest (100% pass rate in &lt; 3 seconds).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Extraction Tests: Valid PDF, valid DOCX, tables, empty files, corrupt files, and unsupported formats.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UI &amp; Error Handling: Automated AppTest verifies graceful warning on image-only PDFs and empty inputs.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Ground Truth Evaluation on Realistic Snippets: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   - Precision: 96% (minimal false positives)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   - Recall: 100% (zero missed required vocabulary skills)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   - F1 Score: 98% (balanced retrieval performance)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SYSTEM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Live Demonstration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65760" bIns="365760"/>
          <a:lstStyle/>
          <a:p>
            <a:pPr algn="ctr"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Step 1: Launch application via `streamlit run src/app.py` on http://localhost:8501.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Step 2: Upload candidate resume (e.g. text PDF with Python, SQL, AWS, Node.js, React).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Step 3: Paste realistic job description (e.g. requiring Python, SQL, AWS, and C++).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Step 4: Click "Analyze Resume" and inspect metrics (Match Score, Coverage %, Matched: 3, Missing: 1).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Step 5: Review color-coded breakdowns: Green Matched, Red Missing (C++), Blue Additional (Node.js, React).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Step 6: Demonstrate error handling by attempting an empty upload or image-only PDF.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CRITICAL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System Limitations &amp; 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65760" bIns="365760"/>
          <a:lstStyle/>
          <a:p>
            <a:pPr algn="ctr"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Current Limitation 1: Lexical TF-IDF does not capture semantic synonyms (e.g. "predictive modeling" vs "machine learning").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Current Limitation 2: Skill extraction is bound to the curated dictionary (unlisted tools require dictionary expansion).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Current Limitation 3: Scanned/image-only PDFs are rejected because OCR is outside current PBL scope.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Future Scope 1: Integrate local Transformer embeddings (e.g., all-MiniLM-L6-v2) for semantic cosine similarity.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Future Scope 2: Incorporate Tesseract OCR for scanned PDF support.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Future Scope 3: Visual PDF bounding-box highlighting for extracted skills.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Conclusion &amp;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65760" bIns="365760"/>
          <a:lstStyle/>
          <a:p>
            <a:pPr algn="ctr"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Fully functional, deterministic, and explainable academic NLP system.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Successfully bridges candidate skills with industry job descriptions.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Zero black-box hallucinations: 100% verifiable mathematics and regex matching.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64/64 automated tests passing, reproducible virtual environment, and production-ready Streamlit UI.</a:t>
            </a:r>
          </a:p>
          <a:p>
            <a:pPr>
              <a:spcAft>
                <a:spcPts val="1400"/>
              </a:spcAft>
              <a:defRPr sz="1700">
                <a:solidFill>
                  <a:srgbClr val="F8FAFC"/>
                </a:solidFill>
              </a:defRPr>
            </a:pPr>
            <a:r>
              <a:t>Ready for college PBL evaluation and professor Q&amp;A.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